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6DE2A8-7086-488B-BB0A-7514FFBFC0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A3A3A8-7D85-461D-8B43-2D3C2C8CB2BF}">
      <dgm:prSet/>
      <dgm:spPr/>
      <dgm:t>
        <a:bodyPr/>
        <a:lstStyle/>
        <a:p>
          <a:r>
            <a:rPr lang="en-US"/>
            <a:t>Governments promote electrification to support economic development and energy transition.</a:t>
          </a:r>
        </a:p>
      </dgm:t>
    </dgm:pt>
    <dgm:pt modelId="{A50A9F11-4518-40F5-8DC1-324EE520E16B}" type="parTrans" cxnId="{21222E7D-2571-4B17-BC9D-537DDAB79D79}">
      <dgm:prSet/>
      <dgm:spPr/>
      <dgm:t>
        <a:bodyPr/>
        <a:lstStyle/>
        <a:p>
          <a:endParaRPr lang="en-US"/>
        </a:p>
      </dgm:t>
    </dgm:pt>
    <dgm:pt modelId="{5F199E1F-F013-439F-8906-BA0D56DF1434}" type="sibTrans" cxnId="{21222E7D-2571-4B17-BC9D-537DDAB79D79}">
      <dgm:prSet/>
      <dgm:spPr/>
      <dgm:t>
        <a:bodyPr/>
        <a:lstStyle/>
        <a:p>
          <a:endParaRPr lang="en-US"/>
        </a:p>
      </dgm:t>
    </dgm:pt>
    <dgm:pt modelId="{F052A0C5-67C3-4575-8041-A67E11C34070}">
      <dgm:prSet/>
      <dgm:spPr/>
      <dgm:t>
        <a:bodyPr/>
        <a:lstStyle/>
        <a:p>
          <a:r>
            <a:rPr lang="en-US"/>
            <a:t>Electricity supply remains unreliable during extreme weather events.</a:t>
          </a:r>
        </a:p>
      </dgm:t>
    </dgm:pt>
    <dgm:pt modelId="{9D3EB04F-EE92-4F06-B641-0EA1580DFE23}" type="parTrans" cxnId="{3B9DD65A-0BE3-4C17-B0BB-0B249469163C}">
      <dgm:prSet/>
      <dgm:spPr/>
      <dgm:t>
        <a:bodyPr/>
        <a:lstStyle/>
        <a:p>
          <a:endParaRPr lang="en-US"/>
        </a:p>
      </dgm:t>
    </dgm:pt>
    <dgm:pt modelId="{605EB64C-EA98-4A4B-866D-4C0616D40AB6}" type="sibTrans" cxnId="{3B9DD65A-0BE3-4C17-B0BB-0B249469163C}">
      <dgm:prSet/>
      <dgm:spPr/>
      <dgm:t>
        <a:bodyPr/>
        <a:lstStyle/>
        <a:p>
          <a:endParaRPr lang="en-US"/>
        </a:p>
      </dgm:t>
    </dgm:pt>
    <dgm:pt modelId="{285B7075-BC4F-4328-B7A0-269A98B043F1}">
      <dgm:prSet/>
      <dgm:spPr/>
      <dgm:t>
        <a:bodyPr/>
        <a:lstStyle/>
        <a:p>
          <a:r>
            <a:rPr lang="en-US"/>
            <a:t>Households and critical facilities increasingly rely on backup generators.</a:t>
          </a:r>
        </a:p>
      </dgm:t>
    </dgm:pt>
    <dgm:pt modelId="{3126AEF3-7951-465E-A6BD-9C941B6AED06}" type="parTrans" cxnId="{03B2B20F-471C-4130-9518-9A68112FE5E8}">
      <dgm:prSet/>
      <dgm:spPr/>
      <dgm:t>
        <a:bodyPr/>
        <a:lstStyle/>
        <a:p>
          <a:endParaRPr lang="en-US"/>
        </a:p>
      </dgm:t>
    </dgm:pt>
    <dgm:pt modelId="{3FF67AD0-740D-477C-BE5A-049ED685D54A}" type="sibTrans" cxnId="{03B2B20F-471C-4130-9518-9A68112FE5E8}">
      <dgm:prSet/>
      <dgm:spPr/>
      <dgm:t>
        <a:bodyPr/>
        <a:lstStyle/>
        <a:p>
          <a:endParaRPr lang="en-US"/>
        </a:p>
      </dgm:t>
    </dgm:pt>
    <dgm:pt modelId="{90361B0E-C43C-499F-A0AE-7DBDDB0699A8}">
      <dgm:prSet/>
      <dgm:spPr/>
      <dgm:t>
        <a:bodyPr/>
        <a:lstStyle/>
        <a:p>
          <a:r>
            <a:rPr lang="en-US"/>
            <a:t>Backup generators introduce localized air pollution and equity concerns.</a:t>
          </a:r>
        </a:p>
      </dgm:t>
    </dgm:pt>
    <dgm:pt modelId="{9A40F0ED-949B-4550-B4B3-6F20DD358FB0}" type="parTrans" cxnId="{44391868-E1E7-4B80-9A26-0B165666339A}">
      <dgm:prSet/>
      <dgm:spPr/>
      <dgm:t>
        <a:bodyPr/>
        <a:lstStyle/>
        <a:p>
          <a:endParaRPr lang="en-US"/>
        </a:p>
      </dgm:t>
    </dgm:pt>
    <dgm:pt modelId="{F43BF68C-25BE-4AE7-96A4-1E2EEDA0422D}" type="sibTrans" cxnId="{44391868-E1E7-4B80-9A26-0B165666339A}">
      <dgm:prSet/>
      <dgm:spPr/>
      <dgm:t>
        <a:bodyPr/>
        <a:lstStyle/>
        <a:p>
          <a:endParaRPr lang="en-US"/>
        </a:p>
      </dgm:t>
    </dgm:pt>
    <dgm:pt modelId="{64920395-4FB4-4BE0-8FF3-6C64D0BEC108}">
      <dgm:prSet/>
      <dgm:spPr/>
      <dgm:t>
        <a:bodyPr/>
        <a:lstStyle/>
        <a:p>
          <a:r>
            <a:rPr lang="en-US"/>
            <a:t>A key limitation: backup generator usage is largely unobserved.</a:t>
          </a:r>
        </a:p>
      </dgm:t>
    </dgm:pt>
    <dgm:pt modelId="{BCF20E73-E996-4ACB-B8C1-C272C9A4B5AF}" type="parTrans" cxnId="{D57B2388-9ED6-413F-AEC8-2348A98F4508}">
      <dgm:prSet/>
      <dgm:spPr/>
      <dgm:t>
        <a:bodyPr/>
        <a:lstStyle/>
        <a:p>
          <a:endParaRPr lang="en-US"/>
        </a:p>
      </dgm:t>
    </dgm:pt>
    <dgm:pt modelId="{E76B0FF8-124F-4EA2-B11D-1DA2826F8700}" type="sibTrans" cxnId="{D57B2388-9ED6-413F-AEC8-2348A98F4508}">
      <dgm:prSet/>
      <dgm:spPr/>
      <dgm:t>
        <a:bodyPr/>
        <a:lstStyle/>
        <a:p>
          <a:endParaRPr lang="en-US"/>
        </a:p>
      </dgm:t>
    </dgm:pt>
    <dgm:pt modelId="{7DC02D45-961A-0346-9630-EEC31E60FC80}" type="pres">
      <dgm:prSet presAssocID="{3F6DE2A8-7086-488B-BB0A-7514FFBFC09B}" presName="linear" presStyleCnt="0">
        <dgm:presLayoutVars>
          <dgm:animLvl val="lvl"/>
          <dgm:resizeHandles val="exact"/>
        </dgm:presLayoutVars>
      </dgm:prSet>
      <dgm:spPr/>
    </dgm:pt>
    <dgm:pt modelId="{B74E9C0F-12B2-6C4C-9AC1-BD58D986D1E4}" type="pres">
      <dgm:prSet presAssocID="{ECA3A3A8-7D85-461D-8B43-2D3C2C8CB2B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E076871-738B-7C4C-A988-A8455AC3D6C9}" type="pres">
      <dgm:prSet presAssocID="{5F199E1F-F013-439F-8906-BA0D56DF1434}" presName="spacer" presStyleCnt="0"/>
      <dgm:spPr/>
    </dgm:pt>
    <dgm:pt modelId="{87C9038E-F4E8-4D46-8B3F-2CCE09405F3D}" type="pres">
      <dgm:prSet presAssocID="{F052A0C5-67C3-4575-8041-A67E11C3407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2F4A4EB-53D4-FC4E-9FC1-493D1E7E55DD}" type="pres">
      <dgm:prSet presAssocID="{605EB64C-EA98-4A4B-866D-4C0616D40AB6}" presName="spacer" presStyleCnt="0"/>
      <dgm:spPr/>
    </dgm:pt>
    <dgm:pt modelId="{C93B3D52-6FB4-DC4D-9761-C5327912190E}" type="pres">
      <dgm:prSet presAssocID="{285B7075-BC4F-4328-B7A0-269A98B043F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0835FE6-A801-9B44-9DDF-2900F289AC84}" type="pres">
      <dgm:prSet presAssocID="{3FF67AD0-740D-477C-BE5A-049ED685D54A}" presName="spacer" presStyleCnt="0"/>
      <dgm:spPr/>
    </dgm:pt>
    <dgm:pt modelId="{C59D1386-A377-2349-A621-9EFB0DE00BF4}" type="pres">
      <dgm:prSet presAssocID="{90361B0E-C43C-499F-A0AE-7DBDDB0699A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C216B09-EB9A-A140-BD1B-2A99E44B57FD}" type="pres">
      <dgm:prSet presAssocID="{F43BF68C-25BE-4AE7-96A4-1E2EEDA0422D}" presName="spacer" presStyleCnt="0"/>
      <dgm:spPr/>
    </dgm:pt>
    <dgm:pt modelId="{0D7E5F91-001C-DB4D-97F2-137D3337C1B7}" type="pres">
      <dgm:prSet presAssocID="{64920395-4FB4-4BE0-8FF3-6C64D0BEC10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77FBF04-4D63-D143-BABE-FACC90DFC8E2}" type="presOf" srcId="{285B7075-BC4F-4328-B7A0-269A98B043F1}" destId="{C93B3D52-6FB4-DC4D-9761-C5327912190E}" srcOrd="0" destOrd="0" presId="urn:microsoft.com/office/officeart/2005/8/layout/vList2"/>
    <dgm:cxn modelId="{03B2B20F-471C-4130-9518-9A68112FE5E8}" srcId="{3F6DE2A8-7086-488B-BB0A-7514FFBFC09B}" destId="{285B7075-BC4F-4328-B7A0-269A98B043F1}" srcOrd="2" destOrd="0" parTransId="{3126AEF3-7951-465E-A6BD-9C941B6AED06}" sibTransId="{3FF67AD0-740D-477C-BE5A-049ED685D54A}"/>
    <dgm:cxn modelId="{3B9DD65A-0BE3-4C17-B0BB-0B249469163C}" srcId="{3F6DE2A8-7086-488B-BB0A-7514FFBFC09B}" destId="{F052A0C5-67C3-4575-8041-A67E11C34070}" srcOrd="1" destOrd="0" parTransId="{9D3EB04F-EE92-4F06-B641-0EA1580DFE23}" sibTransId="{605EB64C-EA98-4A4B-866D-4C0616D40AB6}"/>
    <dgm:cxn modelId="{44391868-E1E7-4B80-9A26-0B165666339A}" srcId="{3F6DE2A8-7086-488B-BB0A-7514FFBFC09B}" destId="{90361B0E-C43C-499F-A0AE-7DBDDB0699A8}" srcOrd="3" destOrd="0" parTransId="{9A40F0ED-949B-4550-B4B3-6F20DD358FB0}" sibTransId="{F43BF68C-25BE-4AE7-96A4-1E2EEDA0422D}"/>
    <dgm:cxn modelId="{21222E7D-2571-4B17-BC9D-537DDAB79D79}" srcId="{3F6DE2A8-7086-488B-BB0A-7514FFBFC09B}" destId="{ECA3A3A8-7D85-461D-8B43-2D3C2C8CB2BF}" srcOrd="0" destOrd="0" parTransId="{A50A9F11-4518-40F5-8DC1-324EE520E16B}" sibTransId="{5F199E1F-F013-439F-8906-BA0D56DF1434}"/>
    <dgm:cxn modelId="{D57B2388-9ED6-413F-AEC8-2348A98F4508}" srcId="{3F6DE2A8-7086-488B-BB0A-7514FFBFC09B}" destId="{64920395-4FB4-4BE0-8FF3-6C64D0BEC108}" srcOrd="4" destOrd="0" parTransId="{BCF20E73-E996-4ACB-B8C1-C272C9A4B5AF}" sibTransId="{E76B0FF8-124F-4EA2-B11D-1DA2826F8700}"/>
    <dgm:cxn modelId="{0D30A992-F256-F845-A29F-FE454BB7AFF6}" type="presOf" srcId="{3F6DE2A8-7086-488B-BB0A-7514FFBFC09B}" destId="{7DC02D45-961A-0346-9630-EEC31E60FC80}" srcOrd="0" destOrd="0" presId="urn:microsoft.com/office/officeart/2005/8/layout/vList2"/>
    <dgm:cxn modelId="{7950249A-DFDB-4646-A76F-D04F4A8FCF93}" type="presOf" srcId="{F052A0C5-67C3-4575-8041-A67E11C34070}" destId="{87C9038E-F4E8-4D46-8B3F-2CCE09405F3D}" srcOrd="0" destOrd="0" presId="urn:microsoft.com/office/officeart/2005/8/layout/vList2"/>
    <dgm:cxn modelId="{DBD13BB7-C50D-5D4B-9CD3-1C6FA9384219}" type="presOf" srcId="{90361B0E-C43C-499F-A0AE-7DBDDB0699A8}" destId="{C59D1386-A377-2349-A621-9EFB0DE00BF4}" srcOrd="0" destOrd="0" presId="urn:microsoft.com/office/officeart/2005/8/layout/vList2"/>
    <dgm:cxn modelId="{A57395E5-9438-F94F-BB80-34B893DA94F4}" type="presOf" srcId="{ECA3A3A8-7D85-461D-8B43-2D3C2C8CB2BF}" destId="{B74E9C0F-12B2-6C4C-9AC1-BD58D986D1E4}" srcOrd="0" destOrd="0" presId="urn:microsoft.com/office/officeart/2005/8/layout/vList2"/>
    <dgm:cxn modelId="{8737DFF4-CECA-9B4D-B498-2DAC309DB593}" type="presOf" srcId="{64920395-4FB4-4BE0-8FF3-6C64D0BEC108}" destId="{0D7E5F91-001C-DB4D-97F2-137D3337C1B7}" srcOrd="0" destOrd="0" presId="urn:microsoft.com/office/officeart/2005/8/layout/vList2"/>
    <dgm:cxn modelId="{C9602E65-5FA8-A044-8D13-19252188AF39}" type="presParOf" srcId="{7DC02D45-961A-0346-9630-EEC31E60FC80}" destId="{B74E9C0F-12B2-6C4C-9AC1-BD58D986D1E4}" srcOrd="0" destOrd="0" presId="urn:microsoft.com/office/officeart/2005/8/layout/vList2"/>
    <dgm:cxn modelId="{FA39F41A-A869-BF47-95DB-28EC136664E6}" type="presParOf" srcId="{7DC02D45-961A-0346-9630-EEC31E60FC80}" destId="{0E076871-738B-7C4C-A988-A8455AC3D6C9}" srcOrd="1" destOrd="0" presId="urn:microsoft.com/office/officeart/2005/8/layout/vList2"/>
    <dgm:cxn modelId="{84398BFB-C2FB-7840-9099-69654F119A7F}" type="presParOf" srcId="{7DC02D45-961A-0346-9630-EEC31E60FC80}" destId="{87C9038E-F4E8-4D46-8B3F-2CCE09405F3D}" srcOrd="2" destOrd="0" presId="urn:microsoft.com/office/officeart/2005/8/layout/vList2"/>
    <dgm:cxn modelId="{6803CA93-265F-4542-ADE7-99E020269848}" type="presParOf" srcId="{7DC02D45-961A-0346-9630-EEC31E60FC80}" destId="{52F4A4EB-53D4-FC4E-9FC1-493D1E7E55DD}" srcOrd="3" destOrd="0" presId="urn:microsoft.com/office/officeart/2005/8/layout/vList2"/>
    <dgm:cxn modelId="{25C7B51D-8343-8B4D-B057-53AF50BADE61}" type="presParOf" srcId="{7DC02D45-961A-0346-9630-EEC31E60FC80}" destId="{C93B3D52-6FB4-DC4D-9761-C5327912190E}" srcOrd="4" destOrd="0" presId="urn:microsoft.com/office/officeart/2005/8/layout/vList2"/>
    <dgm:cxn modelId="{4D1FEE8E-E29B-9741-90C1-BC9B7AE09DB0}" type="presParOf" srcId="{7DC02D45-961A-0346-9630-EEC31E60FC80}" destId="{10835FE6-A801-9B44-9DDF-2900F289AC84}" srcOrd="5" destOrd="0" presId="urn:microsoft.com/office/officeart/2005/8/layout/vList2"/>
    <dgm:cxn modelId="{1FE5EAC6-F8A8-FA41-9FEF-F26DAF4D72B3}" type="presParOf" srcId="{7DC02D45-961A-0346-9630-EEC31E60FC80}" destId="{C59D1386-A377-2349-A621-9EFB0DE00BF4}" srcOrd="6" destOrd="0" presId="urn:microsoft.com/office/officeart/2005/8/layout/vList2"/>
    <dgm:cxn modelId="{BD619E48-116C-6243-B858-C432EA151562}" type="presParOf" srcId="{7DC02D45-961A-0346-9630-EEC31E60FC80}" destId="{4C216B09-EB9A-A140-BD1B-2A99E44B57FD}" srcOrd="7" destOrd="0" presId="urn:microsoft.com/office/officeart/2005/8/layout/vList2"/>
    <dgm:cxn modelId="{C92865D1-B4B3-8C43-96F1-F70F925BAC58}" type="presParOf" srcId="{7DC02D45-961A-0346-9630-EEC31E60FC80}" destId="{0D7E5F91-001C-DB4D-97F2-137D3337C1B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9910ED-E2FA-4D5E-B734-6605C39EC27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15E95CF-0730-4E3A-9973-E6DD4594F004}">
      <dgm:prSet/>
      <dgm:spPr/>
      <dgm:t>
        <a:bodyPr/>
        <a:lstStyle/>
        <a:p>
          <a:r>
            <a:rPr lang="en-US"/>
            <a:t>Develop an indirect method to identify backup generator usage during power outages.</a:t>
          </a:r>
        </a:p>
      </dgm:t>
    </dgm:pt>
    <dgm:pt modelId="{06B0583A-8CC9-40E9-A26D-7B503A9C313B}" type="parTrans" cxnId="{73E038A4-14D1-4E5E-B8FA-EBB516E81FBF}">
      <dgm:prSet/>
      <dgm:spPr/>
      <dgm:t>
        <a:bodyPr/>
        <a:lstStyle/>
        <a:p>
          <a:endParaRPr lang="en-US"/>
        </a:p>
      </dgm:t>
    </dgm:pt>
    <dgm:pt modelId="{4278D244-1437-4590-B8E0-BBA161B4E0AB}" type="sibTrans" cxnId="{73E038A4-14D1-4E5E-B8FA-EBB516E81FBF}">
      <dgm:prSet/>
      <dgm:spPr/>
      <dgm:t>
        <a:bodyPr/>
        <a:lstStyle/>
        <a:p>
          <a:endParaRPr lang="en-US"/>
        </a:p>
      </dgm:t>
    </dgm:pt>
    <dgm:pt modelId="{03DC1D67-3997-491E-A674-05943E9EA6E5}">
      <dgm:prSet/>
      <dgm:spPr/>
      <dgm:t>
        <a:bodyPr/>
        <a:lstStyle/>
        <a:p>
          <a:r>
            <a:rPr lang="en-US"/>
            <a:t>Leverage satellite-based nighttime light observations and outage records.</a:t>
          </a:r>
        </a:p>
      </dgm:t>
    </dgm:pt>
    <dgm:pt modelId="{D8CE20E2-60AA-4038-B4FE-8C4DBD72801A}" type="parTrans" cxnId="{C50F43F3-A7B6-45BC-9769-DBE062123B8B}">
      <dgm:prSet/>
      <dgm:spPr/>
      <dgm:t>
        <a:bodyPr/>
        <a:lstStyle/>
        <a:p>
          <a:endParaRPr lang="en-US"/>
        </a:p>
      </dgm:t>
    </dgm:pt>
    <dgm:pt modelId="{B5F641E3-963B-433A-9779-9DCD11DB128B}" type="sibTrans" cxnId="{C50F43F3-A7B6-45BC-9769-DBE062123B8B}">
      <dgm:prSet/>
      <dgm:spPr/>
      <dgm:t>
        <a:bodyPr/>
        <a:lstStyle/>
        <a:p>
          <a:endParaRPr lang="en-US"/>
        </a:p>
      </dgm:t>
    </dgm:pt>
    <dgm:pt modelId="{18161212-ED4A-4406-A70C-64D5C03C9B33}">
      <dgm:prSet/>
      <dgm:spPr/>
      <dgm:t>
        <a:bodyPr/>
        <a:lstStyle/>
        <a:p>
          <a:r>
            <a:rPr lang="en-US"/>
            <a:t>Provide spatially explicit evidence to support environmental and policy analysis.</a:t>
          </a:r>
        </a:p>
      </dgm:t>
    </dgm:pt>
    <dgm:pt modelId="{E8518BEF-BFDF-4179-B318-7443791C3282}" type="parTrans" cxnId="{9308C40E-58AF-4A7F-9D6A-623CBCCBE786}">
      <dgm:prSet/>
      <dgm:spPr/>
      <dgm:t>
        <a:bodyPr/>
        <a:lstStyle/>
        <a:p>
          <a:endParaRPr lang="en-US"/>
        </a:p>
      </dgm:t>
    </dgm:pt>
    <dgm:pt modelId="{0EC0DC11-B2CF-480F-9702-687B507302C3}" type="sibTrans" cxnId="{9308C40E-58AF-4A7F-9D6A-623CBCCBE786}">
      <dgm:prSet/>
      <dgm:spPr/>
      <dgm:t>
        <a:bodyPr/>
        <a:lstStyle/>
        <a:p>
          <a:endParaRPr lang="en-US"/>
        </a:p>
      </dgm:t>
    </dgm:pt>
    <dgm:pt modelId="{71F01D4C-4475-40F1-9DC4-E16420D7BDBF}" type="pres">
      <dgm:prSet presAssocID="{109910ED-E2FA-4D5E-B734-6605C39EC277}" presName="root" presStyleCnt="0">
        <dgm:presLayoutVars>
          <dgm:dir/>
          <dgm:resizeHandles val="exact"/>
        </dgm:presLayoutVars>
      </dgm:prSet>
      <dgm:spPr/>
    </dgm:pt>
    <dgm:pt modelId="{16413E02-444E-4BC7-AFFB-1ED29A1F20EA}" type="pres">
      <dgm:prSet presAssocID="{415E95CF-0730-4E3A-9973-E6DD4594F004}" presName="compNode" presStyleCnt="0"/>
      <dgm:spPr/>
    </dgm:pt>
    <dgm:pt modelId="{ECED6040-11D4-47A9-90CD-6112B22F9886}" type="pres">
      <dgm:prSet presAssocID="{415E95CF-0730-4E3A-9973-E6DD4594F0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6EF9D8BA-3A3B-4255-BBCA-1F120368D9F9}" type="pres">
      <dgm:prSet presAssocID="{415E95CF-0730-4E3A-9973-E6DD4594F004}" presName="spaceRect" presStyleCnt="0"/>
      <dgm:spPr/>
    </dgm:pt>
    <dgm:pt modelId="{7FD268DD-20AE-425A-A6F5-D4B799EF08AA}" type="pres">
      <dgm:prSet presAssocID="{415E95CF-0730-4E3A-9973-E6DD4594F004}" presName="textRect" presStyleLbl="revTx" presStyleIdx="0" presStyleCnt="3">
        <dgm:presLayoutVars>
          <dgm:chMax val="1"/>
          <dgm:chPref val="1"/>
        </dgm:presLayoutVars>
      </dgm:prSet>
      <dgm:spPr/>
    </dgm:pt>
    <dgm:pt modelId="{0EAA5679-FB50-4698-AC3A-418A73801151}" type="pres">
      <dgm:prSet presAssocID="{4278D244-1437-4590-B8E0-BBA161B4E0AB}" presName="sibTrans" presStyleCnt="0"/>
      <dgm:spPr/>
    </dgm:pt>
    <dgm:pt modelId="{8943F152-4507-4669-89BC-7BC1B8134E32}" type="pres">
      <dgm:prSet presAssocID="{03DC1D67-3997-491E-A674-05943E9EA6E5}" presName="compNode" presStyleCnt="0"/>
      <dgm:spPr/>
    </dgm:pt>
    <dgm:pt modelId="{88288784-44CA-471C-8C67-62FB812E1BD4}" type="pres">
      <dgm:prSet presAssocID="{03DC1D67-3997-491E-A674-05943E9EA6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卫星"/>
        </a:ext>
      </dgm:extLst>
    </dgm:pt>
    <dgm:pt modelId="{70667448-E270-4A52-A600-01C4B7A8D8EC}" type="pres">
      <dgm:prSet presAssocID="{03DC1D67-3997-491E-A674-05943E9EA6E5}" presName="spaceRect" presStyleCnt="0"/>
      <dgm:spPr/>
    </dgm:pt>
    <dgm:pt modelId="{4B58E342-E324-427E-A8A3-CC8C5F08BEF9}" type="pres">
      <dgm:prSet presAssocID="{03DC1D67-3997-491E-A674-05943E9EA6E5}" presName="textRect" presStyleLbl="revTx" presStyleIdx="1" presStyleCnt="3">
        <dgm:presLayoutVars>
          <dgm:chMax val="1"/>
          <dgm:chPref val="1"/>
        </dgm:presLayoutVars>
      </dgm:prSet>
      <dgm:spPr/>
    </dgm:pt>
    <dgm:pt modelId="{E2C220F7-E0AD-441A-9FB5-D808C08BA0EF}" type="pres">
      <dgm:prSet presAssocID="{B5F641E3-963B-433A-9779-9DCD11DB128B}" presName="sibTrans" presStyleCnt="0"/>
      <dgm:spPr/>
    </dgm:pt>
    <dgm:pt modelId="{FBF96204-D215-4652-9516-2A1BAAE116F1}" type="pres">
      <dgm:prSet presAssocID="{18161212-ED4A-4406-A70C-64D5C03C9B33}" presName="compNode" presStyleCnt="0"/>
      <dgm:spPr/>
    </dgm:pt>
    <dgm:pt modelId="{BC1497AB-FBA3-4BB5-981A-BAE9CEC84B7F}" type="pres">
      <dgm:prSet presAssocID="{18161212-ED4A-4406-A70C-64D5C03C9B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67D70E08-5EE6-4A75-B242-FA8127DC33FC}" type="pres">
      <dgm:prSet presAssocID="{18161212-ED4A-4406-A70C-64D5C03C9B33}" presName="spaceRect" presStyleCnt="0"/>
      <dgm:spPr/>
    </dgm:pt>
    <dgm:pt modelId="{97B3DFDE-1A22-46CD-872F-787F3EB2831B}" type="pres">
      <dgm:prSet presAssocID="{18161212-ED4A-4406-A70C-64D5C03C9B3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08C40E-58AF-4A7F-9D6A-623CBCCBE786}" srcId="{109910ED-E2FA-4D5E-B734-6605C39EC277}" destId="{18161212-ED4A-4406-A70C-64D5C03C9B33}" srcOrd="2" destOrd="0" parTransId="{E8518BEF-BFDF-4179-B318-7443791C3282}" sibTransId="{0EC0DC11-B2CF-480F-9702-687B507302C3}"/>
    <dgm:cxn modelId="{1F8D2930-B942-428C-832B-58A7A283ECB2}" type="presOf" srcId="{415E95CF-0730-4E3A-9973-E6DD4594F004}" destId="{7FD268DD-20AE-425A-A6F5-D4B799EF08AA}" srcOrd="0" destOrd="0" presId="urn:microsoft.com/office/officeart/2018/2/layout/IconLabelList"/>
    <dgm:cxn modelId="{7C028446-926D-4A41-8DBF-BB92E29B1509}" type="presOf" srcId="{18161212-ED4A-4406-A70C-64D5C03C9B33}" destId="{97B3DFDE-1A22-46CD-872F-787F3EB2831B}" srcOrd="0" destOrd="0" presId="urn:microsoft.com/office/officeart/2018/2/layout/IconLabelList"/>
    <dgm:cxn modelId="{73E038A4-14D1-4E5E-B8FA-EBB516E81FBF}" srcId="{109910ED-E2FA-4D5E-B734-6605C39EC277}" destId="{415E95CF-0730-4E3A-9973-E6DD4594F004}" srcOrd="0" destOrd="0" parTransId="{06B0583A-8CC9-40E9-A26D-7B503A9C313B}" sibTransId="{4278D244-1437-4590-B8E0-BBA161B4E0AB}"/>
    <dgm:cxn modelId="{3063D3B4-6080-4B86-BDC6-76186BB8F753}" type="presOf" srcId="{109910ED-E2FA-4D5E-B734-6605C39EC277}" destId="{71F01D4C-4475-40F1-9DC4-E16420D7BDBF}" srcOrd="0" destOrd="0" presId="urn:microsoft.com/office/officeart/2018/2/layout/IconLabelList"/>
    <dgm:cxn modelId="{ACE7AEDB-E2D0-447D-95D9-5140B7BAD4CB}" type="presOf" srcId="{03DC1D67-3997-491E-A674-05943E9EA6E5}" destId="{4B58E342-E324-427E-A8A3-CC8C5F08BEF9}" srcOrd="0" destOrd="0" presId="urn:microsoft.com/office/officeart/2018/2/layout/IconLabelList"/>
    <dgm:cxn modelId="{C50F43F3-A7B6-45BC-9769-DBE062123B8B}" srcId="{109910ED-E2FA-4D5E-B734-6605C39EC277}" destId="{03DC1D67-3997-491E-A674-05943E9EA6E5}" srcOrd="1" destOrd="0" parTransId="{D8CE20E2-60AA-4038-B4FE-8C4DBD72801A}" sibTransId="{B5F641E3-963B-433A-9779-9DCD11DB128B}"/>
    <dgm:cxn modelId="{1EA70D28-43CE-4B21-8A72-65D6873B788D}" type="presParOf" srcId="{71F01D4C-4475-40F1-9DC4-E16420D7BDBF}" destId="{16413E02-444E-4BC7-AFFB-1ED29A1F20EA}" srcOrd="0" destOrd="0" presId="urn:microsoft.com/office/officeart/2018/2/layout/IconLabelList"/>
    <dgm:cxn modelId="{C11811AE-BC52-4056-999B-FE4DB1B87148}" type="presParOf" srcId="{16413E02-444E-4BC7-AFFB-1ED29A1F20EA}" destId="{ECED6040-11D4-47A9-90CD-6112B22F9886}" srcOrd="0" destOrd="0" presId="urn:microsoft.com/office/officeart/2018/2/layout/IconLabelList"/>
    <dgm:cxn modelId="{E0B4A6A4-D9EB-4299-9AAD-ED8C8EFC9AC4}" type="presParOf" srcId="{16413E02-444E-4BC7-AFFB-1ED29A1F20EA}" destId="{6EF9D8BA-3A3B-4255-BBCA-1F120368D9F9}" srcOrd="1" destOrd="0" presId="urn:microsoft.com/office/officeart/2018/2/layout/IconLabelList"/>
    <dgm:cxn modelId="{B66A55DA-D3B9-420A-865B-DEAFD678558F}" type="presParOf" srcId="{16413E02-444E-4BC7-AFFB-1ED29A1F20EA}" destId="{7FD268DD-20AE-425A-A6F5-D4B799EF08AA}" srcOrd="2" destOrd="0" presId="urn:microsoft.com/office/officeart/2018/2/layout/IconLabelList"/>
    <dgm:cxn modelId="{4AE0A873-828C-455B-90CC-737C551ADB26}" type="presParOf" srcId="{71F01D4C-4475-40F1-9DC4-E16420D7BDBF}" destId="{0EAA5679-FB50-4698-AC3A-418A73801151}" srcOrd="1" destOrd="0" presId="urn:microsoft.com/office/officeart/2018/2/layout/IconLabelList"/>
    <dgm:cxn modelId="{DDAEC4A2-AE14-40E2-85F9-8C10EB5AA5C4}" type="presParOf" srcId="{71F01D4C-4475-40F1-9DC4-E16420D7BDBF}" destId="{8943F152-4507-4669-89BC-7BC1B8134E32}" srcOrd="2" destOrd="0" presId="urn:microsoft.com/office/officeart/2018/2/layout/IconLabelList"/>
    <dgm:cxn modelId="{F0002480-B7E2-4236-916C-55B0ECC22A7C}" type="presParOf" srcId="{8943F152-4507-4669-89BC-7BC1B8134E32}" destId="{88288784-44CA-471C-8C67-62FB812E1BD4}" srcOrd="0" destOrd="0" presId="urn:microsoft.com/office/officeart/2018/2/layout/IconLabelList"/>
    <dgm:cxn modelId="{1603B292-1B19-4C54-8F6B-C0D79F39E0ED}" type="presParOf" srcId="{8943F152-4507-4669-89BC-7BC1B8134E32}" destId="{70667448-E270-4A52-A600-01C4B7A8D8EC}" srcOrd="1" destOrd="0" presId="urn:microsoft.com/office/officeart/2018/2/layout/IconLabelList"/>
    <dgm:cxn modelId="{F47627BD-D1A1-4ED0-966F-16922A9D7B41}" type="presParOf" srcId="{8943F152-4507-4669-89BC-7BC1B8134E32}" destId="{4B58E342-E324-427E-A8A3-CC8C5F08BEF9}" srcOrd="2" destOrd="0" presId="urn:microsoft.com/office/officeart/2018/2/layout/IconLabelList"/>
    <dgm:cxn modelId="{E0AA2E0F-F54F-4822-B7BB-2FA51A249A5E}" type="presParOf" srcId="{71F01D4C-4475-40F1-9DC4-E16420D7BDBF}" destId="{E2C220F7-E0AD-441A-9FB5-D808C08BA0EF}" srcOrd="3" destOrd="0" presId="urn:microsoft.com/office/officeart/2018/2/layout/IconLabelList"/>
    <dgm:cxn modelId="{4EE7152B-CB97-4261-B31A-A6F7F80917E7}" type="presParOf" srcId="{71F01D4C-4475-40F1-9DC4-E16420D7BDBF}" destId="{FBF96204-D215-4652-9516-2A1BAAE116F1}" srcOrd="4" destOrd="0" presId="urn:microsoft.com/office/officeart/2018/2/layout/IconLabelList"/>
    <dgm:cxn modelId="{287E2058-7F7E-41B8-8D8A-7DEBFBB584D8}" type="presParOf" srcId="{FBF96204-D215-4652-9516-2A1BAAE116F1}" destId="{BC1497AB-FBA3-4BB5-981A-BAE9CEC84B7F}" srcOrd="0" destOrd="0" presId="urn:microsoft.com/office/officeart/2018/2/layout/IconLabelList"/>
    <dgm:cxn modelId="{07A16379-FD48-484F-A6C0-2EC20B3657D9}" type="presParOf" srcId="{FBF96204-D215-4652-9516-2A1BAAE116F1}" destId="{67D70E08-5EE6-4A75-B242-FA8127DC33FC}" srcOrd="1" destOrd="0" presId="urn:microsoft.com/office/officeart/2018/2/layout/IconLabelList"/>
    <dgm:cxn modelId="{84E93D29-8EF9-4555-B057-85FFE1FA8EE5}" type="presParOf" srcId="{FBF96204-D215-4652-9516-2A1BAAE116F1}" destId="{97B3DFDE-1A22-46CD-872F-787F3EB283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DC1DBC-4DFF-4D8D-ACFF-1B4517E98BA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E03E002-FD5A-4541-BFD6-BD095DCDAA8A}">
      <dgm:prSet/>
      <dgm:spPr/>
      <dgm:t>
        <a:bodyPr/>
        <a:lstStyle/>
        <a:p>
          <a:pPr>
            <a:defRPr cap="all"/>
          </a:pPr>
          <a:r>
            <a:rPr lang="en-US"/>
            <a:t>Case studies: Dallas County and Harris County (Houston).</a:t>
          </a:r>
        </a:p>
      </dgm:t>
    </dgm:pt>
    <dgm:pt modelId="{2ACCFE78-70EC-4243-924C-B143A5852C54}" type="parTrans" cxnId="{B23358BF-C2CE-4D81-BF9B-A136F06BD37A}">
      <dgm:prSet/>
      <dgm:spPr/>
      <dgm:t>
        <a:bodyPr/>
        <a:lstStyle/>
        <a:p>
          <a:endParaRPr lang="en-US"/>
        </a:p>
      </dgm:t>
    </dgm:pt>
    <dgm:pt modelId="{D49C1A97-FE69-46C9-B0CB-DEDFD6D3F0E7}" type="sibTrans" cxnId="{B23358BF-C2CE-4D81-BF9B-A136F06BD37A}">
      <dgm:prSet/>
      <dgm:spPr/>
      <dgm:t>
        <a:bodyPr/>
        <a:lstStyle/>
        <a:p>
          <a:endParaRPr lang="en-US"/>
        </a:p>
      </dgm:t>
    </dgm:pt>
    <dgm:pt modelId="{F03C5B57-B8DE-4D54-A970-F33E668CACD3}">
      <dgm:prSet/>
      <dgm:spPr/>
      <dgm:t>
        <a:bodyPr/>
        <a:lstStyle/>
        <a:p>
          <a:pPr>
            <a:defRPr cap="all"/>
          </a:pPr>
          <a:r>
            <a:rPr lang="en-US"/>
            <a:t>VIIRS daily nighttime light data (usable observations only).</a:t>
          </a:r>
        </a:p>
      </dgm:t>
    </dgm:pt>
    <dgm:pt modelId="{AF3DD9B4-CEA8-4DD4-B879-55A1F848168D}" type="parTrans" cxnId="{C494D26E-FA29-40C0-A9BD-5BA714673AA2}">
      <dgm:prSet/>
      <dgm:spPr/>
      <dgm:t>
        <a:bodyPr/>
        <a:lstStyle/>
        <a:p>
          <a:endParaRPr lang="en-US"/>
        </a:p>
      </dgm:t>
    </dgm:pt>
    <dgm:pt modelId="{E5057337-F4DA-4A43-A1F4-A83C4242F0B8}" type="sibTrans" cxnId="{C494D26E-FA29-40C0-A9BD-5BA714673AA2}">
      <dgm:prSet/>
      <dgm:spPr/>
      <dgm:t>
        <a:bodyPr/>
        <a:lstStyle/>
        <a:p>
          <a:endParaRPr lang="en-US"/>
        </a:p>
      </dgm:t>
    </dgm:pt>
    <dgm:pt modelId="{C5359A0D-7AB4-415C-B8FC-3120D2FAE3DA}">
      <dgm:prSet/>
      <dgm:spPr/>
      <dgm:t>
        <a:bodyPr/>
        <a:lstStyle/>
        <a:p>
          <a:pPr>
            <a:defRPr cap="all"/>
          </a:pPr>
          <a:r>
            <a:rPr lang="en-US"/>
            <a:t>Severe weather–related outage events.</a:t>
          </a:r>
        </a:p>
      </dgm:t>
    </dgm:pt>
    <dgm:pt modelId="{9AB6F898-F36C-41F4-B381-F42531DFFA38}" type="parTrans" cxnId="{6C583CED-BAD3-4BFF-B087-32C30A4730CB}">
      <dgm:prSet/>
      <dgm:spPr/>
      <dgm:t>
        <a:bodyPr/>
        <a:lstStyle/>
        <a:p>
          <a:endParaRPr lang="en-US"/>
        </a:p>
      </dgm:t>
    </dgm:pt>
    <dgm:pt modelId="{75838A8C-8D33-40D7-B758-19DB7B43AC24}" type="sibTrans" cxnId="{6C583CED-BAD3-4BFF-B087-32C30A4730CB}">
      <dgm:prSet/>
      <dgm:spPr/>
      <dgm:t>
        <a:bodyPr/>
        <a:lstStyle/>
        <a:p>
          <a:endParaRPr lang="en-US"/>
        </a:p>
      </dgm:t>
    </dgm:pt>
    <dgm:pt modelId="{0713E90A-29E4-42DD-B5A0-47E870164B99}">
      <dgm:prSet/>
      <dgm:spPr/>
      <dgm:t>
        <a:bodyPr/>
        <a:lstStyle/>
        <a:p>
          <a:pPr>
            <a:defRPr cap="all"/>
          </a:pPr>
          <a:r>
            <a:rPr lang="en-US"/>
            <a:t>Critical facilities: hospitals, airports, police, and fire stations.</a:t>
          </a:r>
        </a:p>
      </dgm:t>
    </dgm:pt>
    <dgm:pt modelId="{CEEAECCC-8FAA-47A2-BF68-E3DF3DAFE57B}" type="parTrans" cxnId="{482DEAC7-4145-4C5F-914E-C17652214439}">
      <dgm:prSet/>
      <dgm:spPr/>
      <dgm:t>
        <a:bodyPr/>
        <a:lstStyle/>
        <a:p>
          <a:endParaRPr lang="en-US"/>
        </a:p>
      </dgm:t>
    </dgm:pt>
    <dgm:pt modelId="{4F353CC9-B645-457B-8CEE-936DB2D39254}" type="sibTrans" cxnId="{482DEAC7-4145-4C5F-914E-C17652214439}">
      <dgm:prSet/>
      <dgm:spPr/>
      <dgm:t>
        <a:bodyPr/>
        <a:lstStyle/>
        <a:p>
          <a:endParaRPr lang="en-US"/>
        </a:p>
      </dgm:t>
    </dgm:pt>
    <dgm:pt modelId="{71577AFC-1332-4CF2-B700-1940A596A1EE}" type="pres">
      <dgm:prSet presAssocID="{8ADC1DBC-4DFF-4D8D-ACFF-1B4517E98BA8}" presName="root" presStyleCnt="0">
        <dgm:presLayoutVars>
          <dgm:dir/>
          <dgm:resizeHandles val="exact"/>
        </dgm:presLayoutVars>
      </dgm:prSet>
      <dgm:spPr/>
    </dgm:pt>
    <dgm:pt modelId="{A0EBCA0D-86C4-46BC-BEC3-E58F6C0DACDB}" type="pres">
      <dgm:prSet presAssocID="{DE03E002-FD5A-4541-BFD6-BD095DCDAA8A}" presName="compNode" presStyleCnt="0"/>
      <dgm:spPr/>
    </dgm:pt>
    <dgm:pt modelId="{2EF17CB8-170E-44F1-94A9-C7C309BC83C8}" type="pres">
      <dgm:prSet presAssocID="{DE03E002-FD5A-4541-BFD6-BD095DCDAA8A}" presName="iconBgRect" presStyleLbl="bgShp" presStyleIdx="0" presStyleCnt="4"/>
      <dgm:spPr/>
    </dgm:pt>
    <dgm:pt modelId="{578402BE-8003-4774-BED9-518485A45900}" type="pres">
      <dgm:prSet presAssocID="{DE03E002-FD5A-4541-BFD6-BD095DCDAA8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DB7CC1D6-AFC8-46C2-9F46-4D07FB5D12E6}" type="pres">
      <dgm:prSet presAssocID="{DE03E002-FD5A-4541-BFD6-BD095DCDAA8A}" presName="spaceRect" presStyleCnt="0"/>
      <dgm:spPr/>
    </dgm:pt>
    <dgm:pt modelId="{A160CC31-D510-451F-8006-F9F245EFD9E0}" type="pres">
      <dgm:prSet presAssocID="{DE03E002-FD5A-4541-BFD6-BD095DCDAA8A}" presName="textRect" presStyleLbl="revTx" presStyleIdx="0" presStyleCnt="4">
        <dgm:presLayoutVars>
          <dgm:chMax val="1"/>
          <dgm:chPref val="1"/>
        </dgm:presLayoutVars>
      </dgm:prSet>
      <dgm:spPr/>
    </dgm:pt>
    <dgm:pt modelId="{65EA5BF4-D1F7-4B1D-A45D-ADB1D53F7C5B}" type="pres">
      <dgm:prSet presAssocID="{D49C1A97-FE69-46C9-B0CB-DEDFD6D3F0E7}" presName="sibTrans" presStyleCnt="0"/>
      <dgm:spPr/>
    </dgm:pt>
    <dgm:pt modelId="{AAF0944D-F29E-42F3-A0A5-E117750D4C76}" type="pres">
      <dgm:prSet presAssocID="{F03C5B57-B8DE-4D54-A970-F33E668CACD3}" presName="compNode" presStyleCnt="0"/>
      <dgm:spPr/>
    </dgm:pt>
    <dgm:pt modelId="{BEDCED29-169F-4DD8-9828-53DE17E87DFF}" type="pres">
      <dgm:prSet presAssocID="{F03C5B57-B8DE-4D54-A970-F33E668CACD3}" presName="iconBgRect" presStyleLbl="bgShp" presStyleIdx="1" presStyleCnt="4"/>
      <dgm:spPr/>
    </dgm:pt>
    <dgm:pt modelId="{5E036281-9EF0-4987-909D-84F33FC04685}" type="pres">
      <dgm:prSet presAssocID="{F03C5B57-B8DE-4D54-A970-F33E668CAC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灯笼"/>
        </a:ext>
      </dgm:extLst>
    </dgm:pt>
    <dgm:pt modelId="{32CCECFB-98F7-4B5B-A098-44C4B8CCE1C4}" type="pres">
      <dgm:prSet presAssocID="{F03C5B57-B8DE-4D54-A970-F33E668CACD3}" presName="spaceRect" presStyleCnt="0"/>
      <dgm:spPr/>
    </dgm:pt>
    <dgm:pt modelId="{2C5DB2B3-5AC8-4F55-90DE-E347EA612FCA}" type="pres">
      <dgm:prSet presAssocID="{F03C5B57-B8DE-4D54-A970-F33E668CACD3}" presName="textRect" presStyleLbl="revTx" presStyleIdx="1" presStyleCnt="4">
        <dgm:presLayoutVars>
          <dgm:chMax val="1"/>
          <dgm:chPref val="1"/>
        </dgm:presLayoutVars>
      </dgm:prSet>
      <dgm:spPr/>
    </dgm:pt>
    <dgm:pt modelId="{C10DE5E8-B99D-49E9-B4E8-C49CE0477300}" type="pres">
      <dgm:prSet presAssocID="{E5057337-F4DA-4A43-A1F4-A83C4242F0B8}" presName="sibTrans" presStyleCnt="0"/>
      <dgm:spPr/>
    </dgm:pt>
    <dgm:pt modelId="{42A83344-1CE3-49B6-8036-6FD221705AC0}" type="pres">
      <dgm:prSet presAssocID="{C5359A0D-7AB4-415C-B8FC-3120D2FAE3DA}" presName="compNode" presStyleCnt="0"/>
      <dgm:spPr/>
    </dgm:pt>
    <dgm:pt modelId="{D91C4601-80D6-4C75-9B70-1D224FCFC8E7}" type="pres">
      <dgm:prSet presAssocID="{C5359A0D-7AB4-415C-B8FC-3120D2FAE3DA}" presName="iconBgRect" presStyleLbl="bgShp" presStyleIdx="2" presStyleCnt="4"/>
      <dgm:spPr/>
    </dgm:pt>
    <dgm:pt modelId="{5C45998A-7C75-49D8-AB59-7B8C95297498}" type="pres">
      <dgm:prSet presAssocID="{C5359A0D-7AB4-415C-B8FC-3120D2FAE3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闪电"/>
        </a:ext>
      </dgm:extLst>
    </dgm:pt>
    <dgm:pt modelId="{A27D2D1B-F7CE-4D12-9337-33C62B549F2F}" type="pres">
      <dgm:prSet presAssocID="{C5359A0D-7AB4-415C-B8FC-3120D2FAE3DA}" presName="spaceRect" presStyleCnt="0"/>
      <dgm:spPr/>
    </dgm:pt>
    <dgm:pt modelId="{BB426914-D034-4845-846D-1E4BF71E48DF}" type="pres">
      <dgm:prSet presAssocID="{C5359A0D-7AB4-415C-B8FC-3120D2FAE3DA}" presName="textRect" presStyleLbl="revTx" presStyleIdx="2" presStyleCnt="4">
        <dgm:presLayoutVars>
          <dgm:chMax val="1"/>
          <dgm:chPref val="1"/>
        </dgm:presLayoutVars>
      </dgm:prSet>
      <dgm:spPr/>
    </dgm:pt>
    <dgm:pt modelId="{847876CE-0762-41D5-8E85-5E6E81A37A79}" type="pres">
      <dgm:prSet presAssocID="{75838A8C-8D33-40D7-B758-19DB7B43AC24}" presName="sibTrans" presStyleCnt="0"/>
      <dgm:spPr/>
    </dgm:pt>
    <dgm:pt modelId="{6274DEA6-CBC5-41F2-B91F-C55137E181F1}" type="pres">
      <dgm:prSet presAssocID="{0713E90A-29E4-42DD-B5A0-47E870164B99}" presName="compNode" presStyleCnt="0"/>
      <dgm:spPr/>
    </dgm:pt>
    <dgm:pt modelId="{D3451BBB-23C3-4C9A-ADA9-B107BCE13916}" type="pres">
      <dgm:prSet presAssocID="{0713E90A-29E4-42DD-B5A0-47E870164B99}" presName="iconBgRect" presStyleLbl="bgShp" presStyleIdx="3" presStyleCnt="4"/>
      <dgm:spPr/>
    </dgm:pt>
    <dgm:pt modelId="{BD92EA54-8E3E-48FD-951A-46EAB9E80B37}" type="pres">
      <dgm:prSet presAssocID="{0713E90A-29E4-42DD-B5A0-47E870164B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消防员"/>
        </a:ext>
      </dgm:extLst>
    </dgm:pt>
    <dgm:pt modelId="{DB75A31C-5EC5-4408-98D4-5043B70FC873}" type="pres">
      <dgm:prSet presAssocID="{0713E90A-29E4-42DD-B5A0-47E870164B99}" presName="spaceRect" presStyleCnt="0"/>
      <dgm:spPr/>
    </dgm:pt>
    <dgm:pt modelId="{06C4383F-13C3-4D6E-8243-E178B08C75B7}" type="pres">
      <dgm:prSet presAssocID="{0713E90A-29E4-42DD-B5A0-47E870164B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E9ABB3D-80BA-4A2B-B4B9-E4D21D2AA066}" type="presOf" srcId="{C5359A0D-7AB4-415C-B8FC-3120D2FAE3DA}" destId="{BB426914-D034-4845-846D-1E4BF71E48DF}" srcOrd="0" destOrd="0" presId="urn:microsoft.com/office/officeart/2018/5/layout/IconCircleLabelList"/>
    <dgm:cxn modelId="{C0D21B68-F3B4-45C2-B3AF-8B40127F9877}" type="presOf" srcId="{DE03E002-FD5A-4541-BFD6-BD095DCDAA8A}" destId="{A160CC31-D510-451F-8006-F9F245EFD9E0}" srcOrd="0" destOrd="0" presId="urn:microsoft.com/office/officeart/2018/5/layout/IconCircleLabelList"/>
    <dgm:cxn modelId="{C494D26E-FA29-40C0-A9BD-5BA714673AA2}" srcId="{8ADC1DBC-4DFF-4D8D-ACFF-1B4517E98BA8}" destId="{F03C5B57-B8DE-4D54-A970-F33E668CACD3}" srcOrd="1" destOrd="0" parTransId="{AF3DD9B4-CEA8-4DD4-B879-55A1F848168D}" sibTransId="{E5057337-F4DA-4A43-A1F4-A83C4242F0B8}"/>
    <dgm:cxn modelId="{F718C082-32BD-4A20-A66D-FB97794FCF86}" type="presOf" srcId="{F03C5B57-B8DE-4D54-A970-F33E668CACD3}" destId="{2C5DB2B3-5AC8-4F55-90DE-E347EA612FCA}" srcOrd="0" destOrd="0" presId="urn:microsoft.com/office/officeart/2018/5/layout/IconCircleLabelList"/>
    <dgm:cxn modelId="{1BACA2A3-585B-4770-892F-D3291829E71B}" type="presOf" srcId="{0713E90A-29E4-42DD-B5A0-47E870164B99}" destId="{06C4383F-13C3-4D6E-8243-E178B08C75B7}" srcOrd="0" destOrd="0" presId="urn:microsoft.com/office/officeart/2018/5/layout/IconCircleLabelList"/>
    <dgm:cxn modelId="{B0295BB8-C88C-4020-8FEF-B0D10028DF59}" type="presOf" srcId="{8ADC1DBC-4DFF-4D8D-ACFF-1B4517E98BA8}" destId="{71577AFC-1332-4CF2-B700-1940A596A1EE}" srcOrd="0" destOrd="0" presId="urn:microsoft.com/office/officeart/2018/5/layout/IconCircleLabelList"/>
    <dgm:cxn modelId="{B23358BF-C2CE-4D81-BF9B-A136F06BD37A}" srcId="{8ADC1DBC-4DFF-4D8D-ACFF-1B4517E98BA8}" destId="{DE03E002-FD5A-4541-BFD6-BD095DCDAA8A}" srcOrd="0" destOrd="0" parTransId="{2ACCFE78-70EC-4243-924C-B143A5852C54}" sibTransId="{D49C1A97-FE69-46C9-B0CB-DEDFD6D3F0E7}"/>
    <dgm:cxn modelId="{482DEAC7-4145-4C5F-914E-C17652214439}" srcId="{8ADC1DBC-4DFF-4D8D-ACFF-1B4517E98BA8}" destId="{0713E90A-29E4-42DD-B5A0-47E870164B99}" srcOrd="3" destOrd="0" parTransId="{CEEAECCC-8FAA-47A2-BF68-E3DF3DAFE57B}" sibTransId="{4F353CC9-B645-457B-8CEE-936DB2D39254}"/>
    <dgm:cxn modelId="{6C583CED-BAD3-4BFF-B087-32C30A4730CB}" srcId="{8ADC1DBC-4DFF-4D8D-ACFF-1B4517E98BA8}" destId="{C5359A0D-7AB4-415C-B8FC-3120D2FAE3DA}" srcOrd="2" destOrd="0" parTransId="{9AB6F898-F36C-41F4-B381-F42531DFFA38}" sibTransId="{75838A8C-8D33-40D7-B758-19DB7B43AC24}"/>
    <dgm:cxn modelId="{1DD1B745-7C4E-4A4C-A381-B7602BB22290}" type="presParOf" srcId="{71577AFC-1332-4CF2-B700-1940A596A1EE}" destId="{A0EBCA0D-86C4-46BC-BEC3-E58F6C0DACDB}" srcOrd="0" destOrd="0" presId="urn:microsoft.com/office/officeart/2018/5/layout/IconCircleLabelList"/>
    <dgm:cxn modelId="{96FFB30A-345E-42BD-8811-95D30A237107}" type="presParOf" srcId="{A0EBCA0D-86C4-46BC-BEC3-E58F6C0DACDB}" destId="{2EF17CB8-170E-44F1-94A9-C7C309BC83C8}" srcOrd="0" destOrd="0" presId="urn:microsoft.com/office/officeart/2018/5/layout/IconCircleLabelList"/>
    <dgm:cxn modelId="{EB1052E9-EC53-4F46-A3CA-2312360DF054}" type="presParOf" srcId="{A0EBCA0D-86C4-46BC-BEC3-E58F6C0DACDB}" destId="{578402BE-8003-4774-BED9-518485A45900}" srcOrd="1" destOrd="0" presId="urn:microsoft.com/office/officeart/2018/5/layout/IconCircleLabelList"/>
    <dgm:cxn modelId="{C35E2E86-31F2-4795-9A74-B1D4B3D50DFD}" type="presParOf" srcId="{A0EBCA0D-86C4-46BC-BEC3-E58F6C0DACDB}" destId="{DB7CC1D6-AFC8-46C2-9F46-4D07FB5D12E6}" srcOrd="2" destOrd="0" presId="urn:microsoft.com/office/officeart/2018/5/layout/IconCircleLabelList"/>
    <dgm:cxn modelId="{57F7790B-1170-4C12-989D-9B0B3F5948C7}" type="presParOf" srcId="{A0EBCA0D-86C4-46BC-BEC3-E58F6C0DACDB}" destId="{A160CC31-D510-451F-8006-F9F245EFD9E0}" srcOrd="3" destOrd="0" presId="urn:microsoft.com/office/officeart/2018/5/layout/IconCircleLabelList"/>
    <dgm:cxn modelId="{13567D9F-BC80-4FE5-B02F-12EC6814CA2B}" type="presParOf" srcId="{71577AFC-1332-4CF2-B700-1940A596A1EE}" destId="{65EA5BF4-D1F7-4B1D-A45D-ADB1D53F7C5B}" srcOrd="1" destOrd="0" presId="urn:microsoft.com/office/officeart/2018/5/layout/IconCircleLabelList"/>
    <dgm:cxn modelId="{910FD867-E118-4E2F-8CF7-CF9191951505}" type="presParOf" srcId="{71577AFC-1332-4CF2-B700-1940A596A1EE}" destId="{AAF0944D-F29E-42F3-A0A5-E117750D4C76}" srcOrd="2" destOrd="0" presId="urn:microsoft.com/office/officeart/2018/5/layout/IconCircleLabelList"/>
    <dgm:cxn modelId="{174A1D64-F53C-4784-8657-8ED913B154F5}" type="presParOf" srcId="{AAF0944D-F29E-42F3-A0A5-E117750D4C76}" destId="{BEDCED29-169F-4DD8-9828-53DE17E87DFF}" srcOrd="0" destOrd="0" presId="urn:microsoft.com/office/officeart/2018/5/layout/IconCircleLabelList"/>
    <dgm:cxn modelId="{075A7A5D-D500-4122-AF1F-A7C9B3F44F2A}" type="presParOf" srcId="{AAF0944D-F29E-42F3-A0A5-E117750D4C76}" destId="{5E036281-9EF0-4987-909D-84F33FC04685}" srcOrd="1" destOrd="0" presId="urn:microsoft.com/office/officeart/2018/5/layout/IconCircleLabelList"/>
    <dgm:cxn modelId="{8E1D5DE9-DE1E-4FF3-A543-F79850862B63}" type="presParOf" srcId="{AAF0944D-F29E-42F3-A0A5-E117750D4C76}" destId="{32CCECFB-98F7-4B5B-A098-44C4B8CCE1C4}" srcOrd="2" destOrd="0" presId="urn:microsoft.com/office/officeart/2018/5/layout/IconCircleLabelList"/>
    <dgm:cxn modelId="{DCBC2A9D-414D-49A6-B0BE-27E63669B2BB}" type="presParOf" srcId="{AAF0944D-F29E-42F3-A0A5-E117750D4C76}" destId="{2C5DB2B3-5AC8-4F55-90DE-E347EA612FCA}" srcOrd="3" destOrd="0" presId="urn:microsoft.com/office/officeart/2018/5/layout/IconCircleLabelList"/>
    <dgm:cxn modelId="{5C97F840-E6D6-42F6-A59B-58329B134920}" type="presParOf" srcId="{71577AFC-1332-4CF2-B700-1940A596A1EE}" destId="{C10DE5E8-B99D-49E9-B4E8-C49CE0477300}" srcOrd="3" destOrd="0" presId="urn:microsoft.com/office/officeart/2018/5/layout/IconCircleLabelList"/>
    <dgm:cxn modelId="{3CB4BB47-EFF8-4C1B-A899-20319C20217E}" type="presParOf" srcId="{71577AFC-1332-4CF2-B700-1940A596A1EE}" destId="{42A83344-1CE3-49B6-8036-6FD221705AC0}" srcOrd="4" destOrd="0" presId="urn:microsoft.com/office/officeart/2018/5/layout/IconCircleLabelList"/>
    <dgm:cxn modelId="{17C5BD4F-0FE8-4E66-9806-03E390D6BDAE}" type="presParOf" srcId="{42A83344-1CE3-49B6-8036-6FD221705AC0}" destId="{D91C4601-80D6-4C75-9B70-1D224FCFC8E7}" srcOrd="0" destOrd="0" presId="urn:microsoft.com/office/officeart/2018/5/layout/IconCircleLabelList"/>
    <dgm:cxn modelId="{43AFDF9F-E3A5-420D-A439-16EAA676F2E5}" type="presParOf" srcId="{42A83344-1CE3-49B6-8036-6FD221705AC0}" destId="{5C45998A-7C75-49D8-AB59-7B8C95297498}" srcOrd="1" destOrd="0" presId="urn:microsoft.com/office/officeart/2018/5/layout/IconCircleLabelList"/>
    <dgm:cxn modelId="{7437B87B-6033-41AE-81CF-B9BF729821C5}" type="presParOf" srcId="{42A83344-1CE3-49B6-8036-6FD221705AC0}" destId="{A27D2D1B-F7CE-4D12-9337-33C62B549F2F}" srcOrd="2" destOrd="0" presId="urn:microsoft.com/office/officeart/2018/5/layout/IconCircleLabelList"/>
    <dgm:cxn modelId="{1E88FC49-E324-4517-B3A7-B4162C3726A9}" type="presParOf" srcId="{42A83344-1CE3-49B6-8036-6FD221705AC0}" destId="{BB426914-D034-4845-846D-1E4BF71E48DF}" srcOrd="3" destOrd="0" presId="urn:microsoft.com/office/officeart/2018/5/layout/IconCircleLabelList"/>
    <dgm:cxn modelId="{16798D65-2720-46D2-9DD1-58E994AF793F}" type="presParOf" srcId="{71577AFC-1332-4CF2-B700-1940A596A1EE}" destId="{847876CE-0762-41D5-8E85-5E6E81A37A79}" srcOrd="5" destOrd="0" presId="urn:microsoft.com/office/officeart/2018/5/layout/IconCircleLabelList"/>
    <dgm:cxn modelId="{DCAD23A4-EDCF-4AF2-96D1-F910E53A6525}" type="presParOf" srcId="{71577AFC-1332-4CF2-B700-1940A596A1EE}" destId="{6274DEA6-CBC5-41F2-B91F-C55137E181F1}" srcOrd="6" destOrd="0" presId="urn:microsoft.com/office/officeart/2018/5/layout/IconCircleLabelList"/>
    <dgm:cxn modelId="{496B9207-7CE5-4FB8-8188-9807ED6EE6B0}" type="presParOf" srcId="{6274DEA6-CBC5-41F2-B91F-C55137E181F1}" destId="{D3451BBB-23C3-4C9A-ADA9-B107BCE13916}" srcOrd="0" destOrd="0" presId="urn:microsoft.com/office/officeart/2018/5/layout/IconCircleLabelList"/>
    <dgm:cxn modelId="{D98DD561-DFB4-4B05-9DE7-31D4ACD9563B}" type="presParOf" srcId="{6274DEA6-CBC5-41F2-B91F-C55137E181F1}" destId="{BD92EA54-8E3E-48FD-951A-46EAB9E80B37}" srcOrd="1" destOrd="0" presId="urn:microsoft.com/office/officeart/2018/5/layout/IconCircleLabelList"/>
    <dgm:cxn modelId="{D50399B4-AB39-42C5-B62E-47EFBB23F5F9}" type="presParOf" srcId="{6274DEA6-CBC5-41F2-B91F-C55137E181F1}" destId="{DB75A31C-5EC5-4408-98D4-5043B70FC873}" srcOrd="2" destOrd="0" presId="urn:microsoft.com/office/officeart/2018/5/layout/IconCircleLabelList"/>
    <dgm:cxn modelId="{FD91E63D-39EC-45BC-9E0C-2E8EFE40E6BD}" type="presParOf" srcId="{6274DEA6-CBC5-41F2-B91F-C55137E181F1}" destId="{06C4383F-13C3-4D6E-8243-E178B08C75B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D33DA0-5793-4631-B88C-38E2CC421AB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F6066E-D060-4A3D-BAC9-FD50E5082D27}">
      <dgm:prSet/>
      <dgm:spPr/>
      <dgm:t>
        <a:bodyPr/>
        <a:lstStyle/>
        <a:p>
          <a:r>
            <a:rPr lang="en-US"/>
            <a:t>Outage events screened with corresponding VIIRS nighttime light coverage.</a:t>
          </a:r>
        </a:p>
      </dgm:t>
    </dgm:pt>
    <dgm:pt modelId="{1ED1525D-E0A1-480C-81A2-8A0DC32E3015}" type="parTrans" cxnId="{995DDCD3-B2E8-422E-AE2B-C62869B26F28}">
      <dgm:prSet/>
      <dgm:spPr/>
      <dgm:t>
        <a:bodyPr/>
        <a:lstStyle/>
        <a:p>
          <a:endParaRPr lang="en-US"/>
        </a:p>
      </dgm:t>
    </dgm:pt>
    <dgm:pt modelId="{F82FBD54-21DD-4AD2-97A2-3EA96A6DAB9C}" type="sibTrans" cxnId="{995DDCD3-B2E8-422E-AE2B-C62869B26F28}">
      <dgm:prSet/>
      <dgm:spPr/>
      <dgm:t>
        <a:bodyPr/>
        <a:lstStyle/>
        <a:p>
          <a:endParaRPr lang="en-US"/>
        </a:p>
      </dgm:t>
    </dgm:pt>
    <dgm:pt modelId="{CD1D4ECD-870E-4AA2-9E0E-5E577248744E}">
      <dgm:prSet/>
      <dgm:spPr/>
      <dgm:t>
        <a:bodyPr/>
        <a:lstStyle/>
        <a:p>
          <a:r>
            <a:rPr lang="en-US"/>
            <a:t>Total outage events evaluated: 23.</a:t>
          </a:r>
        </a:p>
      </dgm:t>
    </dgm:pt>
    <dgm:pt modelId="{9FE43746-B1A0-423B-BB73-C4EF68F0FFE7}" type="parTrans" cxnId="{584E8F75-1475-4D02-908B-B5C1687176AB}">
      <dgm:prSet/>
      <dgm:spPr/>
      <dgm:t>
        <a:bodyPr/>
        <a:lstStyle/>
        <a:p>
          <a:endParaRPr lang="en-US"/>
        </a:p>
      </dgm:t>
    </dgm:pt>
    <dgm:pt modelId="{D440B768-78C3-4AC5-A83F-50434C34C9B0}" type="sibTrans" cxnId="{584E8F75-1475-4D02-908B-B5C1687176AB}">
      <dgm:prSet/>
      <dgm:spPr/>
      <dgm:t>
        <a:bodyPr/>
        <a:lstStyle/>
        <a:p>
          <a:endParaRPr lang="en-US"/>
        </a:p>
      </dgm:t>
    </dgm:pt>
    <dgm:pt modelId="{0406AE48-46AB-4B43-8424-A30F3EE4A61B}">
      <dgm:prSet/>
      <dgm:spPr/>
      <dgm:t>
        <a:bodyPr/>
        <a:lstStyle/>
        <a:p>
          <a:r>
            <a:rPr lang="en-US"/>
            <a:t>Usable images are filtered for cloud cover and data quality flags.</a:t>
          </a:r>
        </a:p>
      </dgm:t>
    </dgm:pt>
    <dgm:pt modelId="{3B12F3C2-7026-4E01-B709-26EBEC644AFE}" type="parTrans" cxnId="{B6C0E5EC-B0BF-4F01-AA51-58240207B960}">
      <dgm:prSet/>
      <dgm:spPr/>
      <dgm:t>
        <a:bodyPr/>
        <a:lstStyle/>
        <a:p>
          <a:endParaRPr lang="en-US"/>
        </a:p>
      </dgm:t>
    </dgm:pt>
    <dgm:pt modelId="{92CEEBF7-BDA0-4D51-9955-7DA66399F314}" type="sibTrans" cxnId="{B6C0E5EC-B0BF-4F01-AA51-58240207B960}">
      <dgm:prSet/>
      <dgm:spPr/>
      <dgm:t>
        <a:bodyPr/>
        <a:lstStyle/>
        <a:p>
          <a:endParaRPr lang="en-US"/>
        </a:p>
      </dgm:t>
    </dgm:pt>
    <dgm:pt modelId="{D31C56C5-01C4-4A9C-AA7E-C877E298B924}">
      <dgm:prSet/>
      <dgm:spPr/>
      <dgm:t>
        <a:bodyPr/>
        <a:lstStyle/>
        <a:p>
          <a:r>
            <a:rPr lang="en-US"/>
            <a:t>Remaining gaps motivate event-level and window-level robustness checks.</a:t>
          </a:r>
        </a:p>
      </dgm:t>
    </dgm:pt>
    <dgm:pt modelId="{494095A3-1E2F-4A5B-B69C-99D48CB6EE6D}" type="parTrans" cxnId="{BA8CFC37-4108-4DE7-92D9-337E45898087}">
      <dgm:prSet/>
      <dgm:spPr/>
      <dgm:t>
        <a:bodyPr/>
        <a:lstStyle/>
        <a:p>
          <a:endParaRPr lang="en-US"/>
        </a:p>
      </dgm:t>
    </dgm:pt>
    <dgm:pt modelId="{DFE20BA0-37EC-4732-8C11-F1A58D291089}" type="sibTrans" cxnId="{BA8CFC37-4108-4DE7-92D9-337E45898087}">
      <dgm:prSet/>
      <dgm:spPr/>
      <dgm:t>
        <a:bodyPr/>
        <a:lstStyle/>
        <a:p>
          <a:endParaRPr lang="en-US"/>
        </a:p>
      </dgm:t>
    </dgm:pt>
    <dgm:pt modelId="{91C50383-66C5-274B-9B43-D51DFE0B8488}" type="pres">
      <dgm:prSet presAssocID="{62D33DA0-5793-4631-B88C-38E2CC421ABC}" presName="linear" presStyleCnt="0">
        <dgm:presLayoutVars>
          <dgm:animLvl val="lvl"/>
          <dgm:resizeHandles val="exact"/>
        </dgm:presLayoutVars>
      </dgm:prSet>
      <dgm:spPr/>
    </dgm:pt>
    <dgm:pt modelId="{B5DD6E92-983E-2D49-944C-A849B077DFE8}" type="pres">
      <dgm:prSet presAssocID="{DBF6066E-D060-4A3D-BAC9-FD50E5082D2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B6329E3-3D37-8A47-A5AD-7C02215809CD}" type="pres">
      <dgm:prSet presAssocID="{F82FBD54-21DD-4AD2-97A2-3EA96A6DAB9C}" presName="spacer" presStyleCnt="0"/>
      <dgm:spPr/>
    </dgm:pt>
    <dgm:pt modelId="{D8E83ACF-A0E5-574A-A2B9-EE21CA42E7E3}" type="pres">
      <dgm:prSet presAssocID="{CD1D4ECD-870E-4AA2-9E0E-5E57724874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B5AE72C-438E-C84B-A5D5-D5A069113AA4}" type="pres">
      <dgm:prSet presAssocID="{D440B768-78C3-4AC5-A83F-50434C34C9B0}" presName="spacer" presStyleCnt="0"/>
      <dgm:spPr/>
    </dgm:pt>
    <dgm:pt modelId="{7944CCE0-CDC0-2F45-900B-F3B2CD8B7BBC}" type="pres">
      <dgm:prSet presAssocID="{0406AE48-46AB-4B43-8424-A30F3EE4A6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8D330EC-BBE9-1047-A46E-C1A7EA2878CA}" type="pres">
      <dgm:prSet presAssocID="{92CEEBF7-BDA0-4D51-9955-7DA66399F314}" presName="spacer" presStyleCnt="0"/>
      <dgm:spPr/>
    </dgm:pt>
    <dgm:pt modelId="{B9664F15-5251-2247-9458-AD86F4F5DAAC}" type="pres">
      <dgm:prSet presAssocID="{D31C56C5-01C4-4A9C-AA7E-C877E298B9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4797D03-8FCF-C74D-8FD9-20C020B57DF4}" type="presOf" srcId="{62D33DA0-5793-4631-B88C-38E2CC421ABC}" destId="{91C50383-66C5-274B-9B43-D51DFE0B8488}" srcOrd="0" destOrd="0" presId="urn:microsoft.com/office/officeart/2005/8/layout/vList2"/>
    <dgm:cxn modelId="{034C9133-5D67-3040-8FFC-378187C484B4}" type="presOf" srcId="{D31C56C5-01C4-4A9C-AA7E-C877E298B924}" destId="{B9664F15-5251-2247-9458-AD86F4F5DAAC}" srcOrd="0" destOrd="0" presId="urn:microsoft.com/office/officeart/2005/8/layout/vList2"/>
    <dgm:cxn modelId="{BA8CFC37-4108-4DE7-92D9-337E45898087}" srcId="{62D33DA0-5793-4631-B88C-38E2CC421ABC}" destId="{D31C56C5-01C4-4A9C-AA7E-C877E298B924}" srcOrd="3" destOrd="0" parTransId="{494095A3-1E2F-4A5B-B69C-99D48CB6EE6D}" sibTransId="{DFE20BA0-37EC-4732-8C11-F1A58D291089}"/>
    <dgm:cxn modelId="{0E21D053-8B3C-FF4D-B083-E1B70555406C}" type="presOf" srcId="{CD1D4ECD-870E-4AA2-9E0E-5E577248744E}" destId="{D8E83ACF-A0E5-574A-A2B9-EE21CA42E7E3}" srcOrd="0" destOrd="0" presId="urn:microsoft.com/office/officeart/2005/8/layout/vList2"/>
    <dgm:cxn modelId="{3427706C-73DA-1241-B48F-B5E4DC3CE0DF}" type="presOf" srcId="{0406AE48-46AB-4B43-8424-A30F3EE4A61B}" destId="{7944CCE0-CDC0-2F45-900B-F3B2CD8B7BBC}" srcOrd="0" destOrd="0" presId="urn:microsoft.com/office/officeart/2005/8/layout/vList2"/>
    <dgm:cxn modelId="{584E8F75-1475-4D02-908B-B5C1687176AB}" srcId="{62D33DA0-5793-4631-B88C-38E2CC421ABC}" destId="{CD1D4ECD-870E-4AA2-9E0E-5E577248744E}" srcOrd="1" destOrd="0" parTransId="{9FE43746-B1A0-423B-BB73-C4EF68F0FFE7}" sibTransId="{D440B768-78C3-4AC5-A83F-50434C34C9B0}"/>
    <dgm:cxn modelId="{90096AAA-1AC0-9243-8C4F-1DDEC234FAD3}" type="presOf" srcId="{DBF6066E-D060-4A3D-BAC9-FD50E5082D27}" destId="{B5DD6E92-983E-2D49-944C-A849B077DFE8}" srcOrd="0" destOrd="0" presId="urn:microsoft.com/office/officeart/2005/8/layout/vList2"/>
    <dgm:cxn modelId="{995DDCD3-B2E8-422E-AE2B-C62869B26F28}" srcId="{62D33DA0-5793-4631-B88C-38E2CC421ABC}" destId="{DBF6066E-D060-4A3D-BAC9-FD50E5082D27}" srcOrd="0" destOrd="0" parTransId="{1ED1525D-E0A1-480C-81A2-8A0DC32E3015}" sibTransId="{F82FBD54-21DD-4AD2-97A2-3EA96A6DAB9C}"/>
    <dgm:cxn modelId="{B6C0E5EC-B0BF-4F01-AA51-58240207B960}" srcId="{62D33DA0-5793-4631-B88C-38E2CC421ABC}" destId="{0406AE48-46AB-4B43-8424-A30F3EE4A61B}" srcOrd="2" destOrd="0" parTransId="{3B12F3C2-7026-4E01-B709-26EBEC644AFE}" sibTransId="{92CEEBF7-BDA0-4D51-9955-7DA66399F314}"/>
    <dgm:cxn modelId="{1EB3ACC4-7612-6B40-AC2E-DE902E33FB58}" type="presParOf" srcId="{91C50383-66C5-274B-9B43-D51DFE0B8488}" destId="{B5DD6E92-983E-2D49-944C-A849B077DFE8}" srcOrd="0" destOrd="0" presId="urn:microsoft.com/office/officeart/2005/8/layout/vList2"/>
    <dgm:cxn modelId="{B8BE7C0A-C8E1-924A-B632-C1DBB08798A7}" type="presParOf" srcId="{91C50383-66C5-274B-9B43-D51DFE0B8488}" destId="{AB6329E3-3D37-8A47-A5AD-7C02215809CD}" srcOrd="1" destOrd="0" presId="urn:microsoft.com/office/officeart/2005/8/layout/vList2"/>
    <dgm:cxn modelId="{CD5610F4-AC4B-8844-88A1-F96694C462BE}" type="presParOf" srcId="{91C50383-66C5-274B-9B43-D51DFE0B8488}" destId="{D8E83ACF-A0E5-574A-A2B9-EE21CA42E7E3}" srcOrd="2" destOrd="0" presId="urn:microsoft.com/office/officeart/2005/8/layout/vList2"/>
    <dgm:cxn modelId="{2C435862-9425-B649-9988-06B86D5DF497}" type="presParOf" srcId="{91C50383-66C5-274B-9B43-D51DFE0B8488}" destId="{CB5AE72C-438E-C84B-A5D5-D5A069113AA4}" srcOrd="3" destOrd="0" presId="urn:microsoft.com/office/officeart/2005/8/layout/vList2"/>
    <dgm:cxn modelId="{0C414347-5769-E148-99D4-464418D21B67}" type="presParOf" srcId="{91C50383-66C5-274B-9B43-D51DFE0B8488}" destId="{7944CCE0-CDC0-2F45-900B-F3B2CD8B7BBC}" srcOrd="4" destOrd="0" presId="urn:microsoft.com/office/officeart/2005/8/layout/vList2"/>
    <dgm:cxn modelId="{5A96017E-8291-3046-A798-AA8300038B9A}" type="presParOf" srcId="{91C50383-66C5-274B-9B43-D51DFE0B8488}" destId="{E8D330EC-BBE9-1047-A46E-C1A7EA2878CA}" srcOrd="5" destOrd="0" presId="urn:microsoft.com/office/officeart/2005/8/layout/vList2"/>
    <dgm:cxn modelId="{E865648C-8B21-A546-9108-CD0A00E90A1A}" type="presParOf" srcId="{91C50383-66C5-274B-9B43-D51DFE0B8488}" destId="{B9664F15-5251-2247-9458-AD86F4F5DA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E9C0F-12B2-6C4C-9AC1-BD58D986D1E4}">
      <dsp:nvSpPr>
        <dsp:cNvPr id="0" name=""/>
        <dsp:cNvSpPr/>
      </dsp:nvSpPr>
      <dsp:spPr>
        <a:xfrm>
          <a:off x="0" y="716230"/>
          <a:ext cx="10924983" cy="5036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Governments promote electrification to support economic development and energy transition.</a:t>
          </a:r>
        </a:p>
      </dsp:txBody>
      <dsp:txXfrm>
        <a:off x="24588" y="740818"/>
        <a:ext cx="10875807" cy="454509"/>
      </dsp:txXfrm>
    </dsp:sp>
    <dsp:sp modelId="{87C9038E-F4E8-4D46-8B3F-2CCE09405F3D}">
      <dsp:nvSpPr>
        <dsp:cNvPr id="0" name=""/>
        <dsp:cNvSpPr/>
      </dsp:nvSpPr>
      <dsp:spPr>
        <a:xfrm>
          <a:off x="0" y="1280395"/>
          <a:ext cx="10924983" cy="503685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Electricity supply remains unreliable during extreme weather events.</a:t>
          </a:r>
        </a:p>
      </dsp:txBody>
      <dsp:txXfrm>
        <a:off x="24588" y="1304983"/>
        <a:ext cx="10875807" cy="454509"/>
      </dsp:txXfrm>
    </dsp:sp>
    <dsp:sp modelId="{C93B3D52-6FB4-DC4D-9761-C5327912190E}">
      <dsp:nvSpPr>
        <dsp:cNvPr id="0" name=""/>
        <dsp:cNvSpPr/>
      </dsp:nvSpPr>
      <dsp:spPr>
        <a:xfrm>
          <a:off x="0" y="1844560"/>
          <a:ext cx="10924983" cy="503685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Households and critical facilities increasingly rely on backup generators.</a:t>
          </a:r>
        </a:p>
      </dsp:txBody>
      <dsp:txXfrm>
        <a:off x="24588" y="1869148"/>
        <a:ext cx="10875807" cy="454509"/>
      </dsp:txXfrm>
    </dsp:sp>
    <dsp:sp modelId="{C59D1386-A377-2349-A621-9EFB0DE00BF4}">
      <dsp:nvSpPr>
        <dsp:cNvPr id="0" name=""/>
        <dsp:cNvSpPr/>
      </dsp:nvSpPr>
      <dsp:spPr>
        <a:xfrm>
          <a:off x="0" y="2408724"/>
          <a:ext cx="10924983" cy="503685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Backup generators introduce localized air pollution and equity concerns.</a:t>
          </a:r>
        </a:p>
      </dsp:txBody>
      <dsp:txXfrm>
        <a:off x="24588" y="2433312"/>
        <a:ext cx="10875807" cy="454509"/>
      </dsp:txXfrm>
    </dsp:sp>
    <dsp:sp modelId="{0D7E5F91-001C-DB4D-97F2-137D3337C1B7}">
      <dsp:nvSpPr>
        <dsp:cNvPr id="0" name=""/>
        <dsp:cNvSpPr/>
      </dsp:nvSpPr>
      <dsp:spPr>
        <a:xfrm>
          <a:off x="0" y="2972890"/>
          <a:ext cx="10924983" cy="50368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key limitation: backup generator usage is largely unobserved.</a:t>
          </a:r>
        </a:p>
      </dsp:txBody>
      <dsp:txXfrm>
        <a:off x="24588" y="2997478"/>
        <a:ext cx="10875807" cy="454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D6040-11D4-47A9-90CD-6112B22F9886}">
      <dsp:nvSpPr>
        <dsp:cNvPr id="0" name=""/>
        <dsp:cNvSpPr/>
      </dsp:nvSpPr>
      <dsp:spPr>
        <a:xfrm>
          <a:off x="94640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268DD-20AE-425A-A6F5-D4B799EF08AA}">
      <dsp:nvSpPr>
        <dsp:cNvPr id="0" name=""/>
        <dsp:cNvSpPr/>
      </dsp:nvSpPr>
      <dsp:spPr>
        <a:xfrm>
          <a:off x="5931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Develop an indirect method to identify backup generator usage during power outages.</a:t>
          </a:r>
        </a:p>
      </dsp:txBody>
      <dsp:txXfrm>
        <a:off x="59312" y="2653826"/>
        <a:ext cx="3225778" cy="720000"/>
      </dsp:txXfrm>
    </dsp:sp>
    <dsp:sp modelId="{88288784-44CA-471C-8C67-62FB812E1BD4}">
      <dsp:nvSpPr>
        <dsp:cNvPr id="0" name=""/>
        <dsp:cNvSpPr/>
      </dsp:nvSpPr>
      <dsp:spPr>
        <a:xfrm>
          <a:off x="473669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8E342-E324-427E-A8A3-CC8C5F08BEF9}">
      <dsp:nvSpPr>
        <dsp:cNvPr id="0" name=""/>
        <dsp:cNvSpPr/>
      </dsp:nvSpPr>
      <dsp:spPr>
        <a:xfrm>
          <a:off x="384960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Leverage satellite-based nighttime light observations and outage records.</a:t>
          </a:r>
        </a:p>
      </dsp:txBody>
      <dsp:txXfrm>
        <a:off x="3849602" y="2653826"/>
        <a:ext cx="3225778" cy="720000"/>
      </dsp:txXfrm>
    </dsp:sp>
    <dsp:sp modelId="{BC1497AB-FBA3-4BB5-981A-BAE9CEC84B7F}">
      <dsp:nvSpPr>
        <dsp:cNvPr id="0" name=""/>
        <dsp:cNvSpPr/>
      </dsp:nvSpPr>
      <dsp:spPr>
        <a:xfrm>
          <a:off x="8526981" y="818978"/>
          <a:ext cx="1451600" cy="14516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3DFDE-1A22-46CD-872F-787F3EB2831B}">
      <dsp:nvSpPr>
        <dsp:cNvPr id="0" name=""/>
        <dsp:cNvSpPr/>
      </dsp:nvSpPr>
      <dsp:spPr>
        <a:xfrm>
          <a:off x="763989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 spatially explicit evidence to support environmental and policy analysis.</a:t>
          </a:r>
        </a:p>
      </dsp:txBody>
      <dsp:txXfrm>
        <a:off x="7639892" y="2653826"/>
        <a:ext cx="322577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F17CB8-170E-44F1-94A9-C7C309BC83C8}">
      <dsp:nvSpPr>
        <dsp:cNvPr id="0" name=""/>
        <dsp:cNvSpPr/>
      </dsp:nvSpPr>
      <dsp:spPr>
        <a:xfrm>
          <a:off x="561872" y="788277"/>
          <a:ext cx="1445889" cy="14458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8402BE-8003-4774-BED9-518485A45900}">
      <dsp:nvSpPr>
        <dsp:cNvPr id="0" name=""/>
        <dsp:cNvSpPr/>
      </dsp:nvSpPr>
      <dsp:spPr>
        <a:xfrm>
          <a:off x="870013" y="1096418"/>
          <a:ext cx="829609" cy="8296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0CC31-D510-451F-8006-F9F245EFD9E0}">
      <dsp:nvSpPr>
        <dsp:cNvPr id="0" name=""/>
        <dsp:cNvSpPr/>
      </dsp:nvSpPr>
      <dsp:spPr>
        <a:xfrm>
          <a:off x="99661" y="26845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Case studies: Dallas County and Harris County (Houston).</a:t>
          </a:r>
        </a:p>
      </dsp:txBody>
      <dsp:txXfrm>
        <a:off x="99661" y="2684527"/>
        <a:ext cx="2370311" cy="720000"/>
      </dsp:txXfrm>
    </dsp:sp>
    <dsp:sp modelId="{BEDCED29-169F-4DD8-9828-53DE17E87DFF}">
      <dsp:nvSpPr>
        <dsp:cNvPr id="0" name=""/>
        <dsp:cNvSpPr/>
      </dsp:nvSpPr>
      <dsp:spPr>
        <a:xfrm>
          <a:off x="3346988" y="788277"/>
          <a:ext cx="1445889" cy="144588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036281-9EF0-4987-909D-84F33FC04685}">
      <dsp:nvSpPr>
        <dsp:cNvPr id="0" name=""/>
        <dsp:cNvSpPr/>
      </dsp:nvSpPr>
      <dsp:spPr>
        <a:xfrm>
          <a:off x="3655129" y="1096418"/>
          <a:ext cx="829609" cy="8296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DB2B3-5AC8-4F55-90DE-E347EA612FCA}">
      <dsp:nvSpPr>
        <dsp:cNvPr id="0" name=""/>
        <dsp:cNvSpPr/>
      </dsp:nvSpPr>
      <dsp:spPr>
        <a:xfrm>
          <a:off x="2884777" y="26845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VIIRS daily nighttime light data (usable observations only).</a:t>
          </a:r>
        </a:p>
      </dsp:txBody>
      <dsp:txXfrm>
        <a:off x="2884777" y="2684527"/>
        <a:ext cx="2370311" cy="720000"/>
      </dsp:txXfrm>
    </dsp:sp>
    <dsp:sp modelId="{D91C4601-80D6-4C75-9B70-1D224FCFC8E7}">
      <dsp:nvSpPr>
        <dsp:cNvPr id="0" name=""/>
        <dsp:cNvSpPr/>
      </dsp:nvSpPr>
      <dsp:spPr>
        <a:xfrm>
          <a:off x="6132104" y="788277"/>
          <a:ext cx="1445889" cy="14458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5998A-7C75-49D8-AB59-7B8C95297498}">
      <dsp:nvSpPr>
        <dsp:cNvPr id="0" name=""/>
        <dsp:cNvSpPr/>
      </dsp:nvSpPr>
      <dsp:spPr>
        <a:xfrm>
          <a:off x="6440244" y="1096418"/>
          <a:ext cx="829609" cy="8296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26914-D034-4845-846D-1E4BF71E48DF}">
      <dsp:nvSpPr>
        <dsp:cNvPr id="0" name=""/>
        <dsp:cNvSpPr/>
      </dsp:nvSpPr>
      <dsp:spPr>
        <a:xfrm>
          <a:off x="5669893" y="26845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Severe weather–related outage events.</a:t>
          </a:r>
        </a:p>
      </dsp:txBody>
      <dsp:txXfrm>
        <a:off x="5669893" y="2684527"/>
        <a:ext cx="2370311" cy="720000"/>
      </dsp:txXfrm>
    </dsp:sp>
    <dsp:sp modelId="{D3451BBB-23C3-4C9A-ADA9-B107BCE13916}">
      <dsp:nvSpPr>
        <dsp:cNvPr id="0" name=""/>
        <dsp:cNvSpPr/>
      </dsp:nvSpPr>
      <dsp:spPr>
        <a:xfrm>
          <a:off x="8917220" y="788277"/>
          <a:ext cx="1445889" cy="144588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2EA54-8E3E-48FD-951A-46EAB9E80B37}">
      <dsp:nvSpPr>
        <dsp:cNvPr id="0" name=""/>
        <dsp:cNvSpPr/>
      </dsp:nvSpPr>
      <dsp:spPr>
        <a:xfrm>
          <a:off x="9225360" y="1096418"/>
          <a:ext cx="829609" cy="8296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4383F-13C3-4D6E-8243-E178B08C75B7}">
      <dsp:nvSpPr>
        <dsp:cNvPr id="0" name=""/>
        <dsp:cNvSpPr/>
      </dsp:nvSpPr>
      <dsp:spPr>
        <a:xfrm>
          <a:off x="8455009" y="26845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Critical facilities: hospitals, airports, police, and fire stations.</a:t>
          </a:r>
        </a:p>
      </dsp:txBody>
      <dsp:txXfrm>
        <a:off x="8455009" y="2684527"/>
        <a:ext cx="2370311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D6E92-983E-2D49-944C-A849B077DFE8}">
      <dsp:nvSpPr>
        <dsp:cNvPr id="0" name=""/>
        <dsp:cNvSpPr/>
      </dsp:nvSpPr>
      <dsp:spPr>
        <a:xfrm>
          <a:off x="0" y="462200"/>
          <a:ext cx="6665097" cy="1074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Outage events screened with corresponding VIIRS nighttime light coverage.</a:t>
          </a:r>
        </a:p>
      </dsp:txBody>
      <dsp:txXfrm>
        <a:off x="52431" y="514631"/>
        <a:ext cx="6560235" cy="969198"/>
      </dsp:txXfrm>
    </dsp:sp>
    <dsp:sp modelId="{D8E83ACF-A0E5-574A-A2B9-EE21CA42E7E3}">
      <dsp:nvSpPr>
        <dsp:cNvPr id="0" name=""/>
        <dsp:cNvSpPr/>
      </dsp:nvSpPr>
      <dsp:spPr>
        <a:xfrm>
          <a:off x="0" y="1614020"/>
          <a:ext cx="6665097" cy="1074060"/>
        </a:xfrm>
        <a:prstGeom prst="roundRect">
          <a:avLst/>
        </a:prstGeom>
        <a:gradFill rotWithShape="0">
          <a:gsLst>
            <a:gs pos="0">
              <a:schemeClr val="accent2">
                <a:hueOff val="1560507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7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Total outage events evaluated: 23.</a:t>
          </a:r>
        </a:p>
      </dsp:txBody>
      <dsp:txXfrm>
        <a:off x="52431" y="1666451"/>
        <a:ext cx="6560235" cy="969198"/>
      </dsp:txXfrm>
    </dsp:sp>
    <dsp:sp modelId="{7944CCE0-CDC0-2F45-900B-F3B2CD8B7BBC}">
      <dsp:nvSpPr>
        <dsp:cNvPr id="0" name=""/>
        <dsp:cNvSpPr/>
      </dsp:nvSpPr>
      <dsp:spPr>
        <a:xfrm>
          <a:off x="0" y="2765839"/>
          <a:ext cx="6665097" cy="1074060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Usable images are filtered for cloud cover and data quality flags.</a:t>
          </a:r>
        </a:p>
      </dsp:txBody>
      <dsp:txXfrm>
        <a:off x="52431" y="2818270"/>
        <a:ext cx="6560235" cy="969198"/>
      </dsp:txXfrm>
    </dsp:sp>
    <dsp:sp modelId="{B9664F15-5251-2247-9458-AD86F4F5DAAC}">
      <dsp:nvSpPr>
        <dsp:cNvPr id="0" name=""/>
        <dsp:cNvSpPr/>
      </dsp:nvSpPr>
      <dsp:spPr>
        <a:xfrm>
          <a:off x="0" y="3917659"/>
          <a:ext cx="6665097" cy="1074060"/>
        </a:xfrm>
        <a:prstGeom prst="roundRect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Remaining gaps motivate event-level and window-level robustness checks.</a:t>
          </a:r>
        </a:p>
      </dsp:txBody>
      <dsp:txXfrm>
        <a:off x="52431" y="3970090"/>
        <a:ext cx="6560235" cy="969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>
              <a:defRPr sz="4000">
                <a:solidFill>
                  <a:srgbClr val="203764"/>
                </a:solidFill>
              </a:defRPr>
            </a:pPr>
            <a:r>
              <a:rPr dirty="0"/>
              <a:t>Identifying Backup Generator Usage During Power Outages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42360"/>
            <a:ext cx="6400800" cy="1752600"/>
          </a:xfrm>
        </p:spPr>
        <p:txBody>
          <a:bodyPr/>
          <a:lstStyle/>
          <a:p>
            <a:pPr algn="l">
              <a:defRPr sz="2400"/>
            </a:pPr>
            <a:r>
              <a:rPr dirty="0"/>
              <a:t>Nighttime Light–Based Evidence from Texas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605633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3764"/>
                </a:solidFill>
              </a:defRPr>
            </a:pPr>
            <a:r>
              <a:t>Zhiyuan Zhao · Qiushi Yu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203764"/>
                </a:solidFill>
              </a:defRPr>
            </a:pPr>
            <a:r>
              <a:rPr lang="en" sz="4000">
                <a:solidFill>
                  <a:srgbClr val="FFFFFF"/>
                </a:solidFill>
              </a:rPr>
              <a:t>Project Background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2D65C5-34A4-FDA7-8E1D-97A981F99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837480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203764"/>
                </a:solidFill>
              </a:defRPr>
            </a:pPr>
            <a:r>
              <a:rPr lang="en" sz="4000">
                <a:solidFill>
                  <a:srgbClr val="FFFFFF"/>
                </a:solidFill>
              </a:rPr>
              <a:t>Research Objective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348A5CD-0F21-EEBC-9CAD-B74AAAAC36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601509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203764"/>
                </a:solidFill>
              </a:defRPr>
            </a:pPr>
            <a:r>
              <a:rPr lang="en" sz="4000">
                <a:solidFill>
                  <a:srgbClr val="FFFFFF"/>
                </a:solidFill>
              </a:rPr>
              <a:t>Study Areas and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76F8D9-3E38-075B-12F0-030D5AEDA9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310380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101" y="502020"/>
            <a:ext cx="5322328" cy="1642970"/>
          </a:xfrm>
        </p:spPr>
        <p:txBody>
          <a:bodyPr anchor="b">
            <a:normAutofit/>
          </a:bodyPr>
          <a:lstStyle/>
          <a:p>
            <a:pPr>
              <a:defRPr>
                <a:solidFill>
                  <a:srgbClr val="203764"/>
                </a:solidFill>
              </a:defRPr>
            </a:pPr>
            <a:r>
              <a:rPr lang="en" sz="4000"/>
              <a:t>Analytical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4624" y="2405894"/>
            <a:ext cx="5313805" cy="3535083"/>
          </a:xfrm>
        </p:spPr>
        <p:txBody>
          <a:bodyPr anchor="t">
            <a:norm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lang="en" sz="2000"/>
              <a:t>Identify major outage events using outage records.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" sz="2000"/>
              <a:t>Define pre-, during-, and post-outage periods.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" sz="2000"/>
              <a:t>Extract nighttime light intensity from VIIRS Black Marble data.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" sz="2000"/>
              <a:t>Measure changes in light intensity during outages.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" sz="2000"/>
              <a:t>Link patterns to critical facility locations and infrastructure resilience.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1217" y="-5"/>
            <a:ext cx="4091455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1217" y="-2"/>
            <a:ext cx="4091455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1217" y="-22"/>
            <a:ext cx="4067608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1217" y="-10"/>
            <a:ext cx="361052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F632B2-0917-5E14-3A20-BEABCFEFC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124" y="918011"/>
            <a:ext cx="4169444" cy="50538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21" y="1410605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325" y="1683756"/>
            <a:ext cx="3114454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  <a:defRPr sz="3000">
                <a:solidFill>
                  <a:srgbClr val="203764"/>
                </a:solidFill>
              </a:defRPr>
            </a:pPr>
            <a:r>
              <a:rPr lang="en" sz="4000">
                <a:solidFill>
                  <a:srgbClr val="FFFFFF"/>
                </a:solidFill>
              </a:rPr>
              <a:t>Current Progress: Data Availability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98A3CC-B4E2-0190-5CD8-55BDC35FEE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620505"/>
              </p:ext>
            </p:extLst>
          </p:nvPr>
        </p:nvGraphicFramePr>
        <p:xfrm>
          <a:off x="4903774" y="750440"/>
          <a:ext cx="6665097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7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787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7981" y="557189"/>
            <a:ext cx="10512862" cy="1110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>
                <a:solidFill>
                  <a:srgbClr val="203764"/>
                </a:solidFill>
              </a:defRPr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Progress: Nighttime Light Responses to Outage Events</a:t>
            </a:r>
          </a:p>
        </p:txBody>
      </p:sp>
      <p:pic>
        <p:nvPicPr>
          <p:cNvPr id="4" name="Picture 3" descr="Dallas_Texas-20_Dallas_201910210215_201910260645_mean_ntl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35" y="1834939"/>
            <a:ext cx="2441515" cy="2056976"/>
          </a:xfrm>
          <a:prstGeom prst="rect">
            <a:avLst/>
          </a:prstGeom>
        </p:spPr>
      </p:pic>
      <p:pic>
        <p:nvPicPr>
          <p:cNvPr id="5" name="Picture 4" descr="Dallas_Texas-14_Dallas_202008162100_202008181615_mean_ntl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538" y="1834939"/>
            <a:ext cx="2523897" cy="2056976"/>
          </a:xfrm>
          <a:prstGeom prst="rect">
            <a:avLst/>
          </a:prstGeom>
        </p:spPr>
      </p:pic>
      <p:pic>
        <p:nvPicPr>
          <p:cNvPr id="8" name="Picture 7" descr="Harris_Texas-8_Harris_201805291815_201805300630_mean_ntl_timese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855" y="1834939"/>
            <a:ext cx="2523897" cy="2056976"/>
          </a:xfrm>
          <a:prstGeom prst="rect">
            <a:avLst/>
          </a:prstGeom>
        </p:spPr>
      </p:pic>
      <p:pic>
        <p:nvPicPr>
          <p:cNvPr id="9" name="Picture 8" descr="Harris_Texas-23_Harris_202007121330_202007141930_mean_ntl_timese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644" y="4063630"/>
            <a:ext cx="2523897" cy="2056976"/>
          </a:xfrm>
          <a:prstGeom prst="rect">
            <a:avLst/>
          </a:prstGeom>
        </p:spPr>
      </p:pic>
      <p:pic>
        <p:nvPicPr>
          <p:cNvPr id="7" name="Picture 6" descr="Dallas_Texas-8_Dallas_202209042000_202209070545_mean_ntl_timeseri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538" y="4063630"/>
            <a:ext cx="2523897" cy="2056976"/>
          </a:xfrm>
          <a:prstGeom prst="rect">
            <a:avLst/>
          </a:prstGeom>
        </p:spPr>
      </p:pic>
      <p:pic>
        <p:nvPicPr>
          <p:cNvPr id="6" name="Picture 5" descr="Dallas_Texas-3_Dallas_202102181530_202102211230_mean_ntl_timeseri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4178" y="4063630"/>
            <a:ext cx="2555250" cy="2056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253</Words>
  <Application>Microsoft Macintosh PowerPoint</Application>
  <PresentationFormat>自定义</PresentationFormat>
  <Paragraphs>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Identifying Backup Generator Usage During Power Outages</vt:lpstr>
      <vt:lpstr>Project Background</vt:lpstr>
      <vt:lpstr>Research Objective</vt:lpstr>
      <vt:lpstr>Study Areas and Data</vt:lpstr>
      <vt:lpstr>Analytical Workflow</vt:lpstr>
      <vt:lpstr>Current Progress: Data Availability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Zhao, Zhiyuan</cp:lastModifiedBy>
  <cp:revision>3</cp:revision>
  <dcterms:created xsi:type="dcterms:W3CDTF">2013-01-27T09:14:16Z</dcterms:created>
  <dcterms:modified xsi:type="dcterms:W3CDTF">2026-01-25T18:24:13Z</dcterms:modified>
  <cp:category/>
</cp:coreProperties>
</file>